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1874520"/>
            <a:ext cx="777240" cy="128016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B8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 SOP ・ 投影版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</a:t>
            </a:r>
            <a:endParaRPr lang="en-US" sz="4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600" b="1" dirty="0">
                <a:solidFill>
                  <a:srgbClr val="8E86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桌面上的公司 AI 助手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AB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 ・ 文件問答 ・ 翻譯 ・ 安全結束，三分鐘上手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86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2026-07-21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46304" cy="589788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90472" y="1636776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能做什麼與切換公司核准的模型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2532888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90472" y="247802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快速提問與長回答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68680" y="3374136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90472" y="3319272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切換到 LLM 交談介面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68680" y="4215384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90472" y="416052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分析文件、文件問答與來源引用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68680" y="5056632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56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90472" y="5001768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工具箱與 Skin：翻譯、切換 Skin、用量顯示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68680" y="5897880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897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90472" y="5843016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桌寵管理與安全結束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46304" cy="589788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能做什麼（1／2）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14300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E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多數同事無法直接上外網使用 LLM。ClaudeCat 把公司已提供的內網 AI 整合到桌面貓咪中，不必另開網頁、命令列或模型程式。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1737360"/>
            <a:ext cx="5120640" cy="205740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37360"/>
            <a:ext cx="68580" cy="205740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1883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快速提問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4712" y="2304288"/>
            <a:ext cx="4663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點一下貓咪，輸入問題按 Enter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整理工作重點、解釋錯誤訊息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短答留在氣泡，長答自動展開卡片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120640" cy="205740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737360"/>
            <a:ext cx="68580" cy="205740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1883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交談介面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19672" y="2304288"/>
            <a:ext cx="4663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右鍵 →「交談（LLM 介面）…」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多輪對話、對話紀錄、匯出 Markdown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頂端選單可切換公司核准的模型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簡報大綱匯出 PPTX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977640"/>
            <a:ext cx="5120640" cy="205740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977640"/>
            <a:ext cx="68580" cy="205740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16" name="Text 14"/>
          <p:cNvSpPr/>
          <p:nvPr/>
        </p:nvSpPr>
        <p:spPr>
          <a:xfrm>
            <a:off x="1124712" y="41239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分析文件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24712" y="4544568"/>
            <a:ext cx="4663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右鍵 →「文件助手…」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PDF／Word／PowerPoint／Excel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快速摘要（抽樣）、整理表格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完整分析（不抽樣）：PPTX／PDF 逐頁讀完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3977640"/>
            <a:ext cx="5120640" cy="205740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977640"/>
            <a:ext cx="68580" cy="205740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41239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文件問答與來源引用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19672" y="4544568"/>
            <a:ext cx="4663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回答只能使用找到的證據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附頁碼、段落、投影片或儲存格範圍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文件未提及時會明確說明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46304" cy="589788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能做什麼（2／2）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1234440"/>
            <a:ext cx="5120640" cy="196596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234440"/>
            <a:ext cx="68580" cy="196596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3807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翻譯工具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4712" y="1801368"/>
            <a:ext cx="46634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英／繁中／簡中，可自動偵測來源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保護程式碼、SQL、API path 與檔名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5120640" cy="196596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234440"/>
            <a:ext cx="68580" cy="196596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3807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桌寵 ・ Skin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19672" y="1801368"/>
            <a:ext cx="46634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拖曳移動、系統匣顯示／隱藏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三種外觀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5577840"/>
            <a:ext cx="10634472" cy="502920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57784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E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使用邊界：聊天與文件回答使用公司設定的內網 LLM。Claude／Codex 用量功能完全獨立、預設關閉。使用者不需外網帳號。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46304" cy="589788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切換公司核准的模型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在交談介面頂端切換，不必自行設定連線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1773936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右鍵點貓咪，選「交談（LLM 介面）…」。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340864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40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90472" y="228600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在視窗頂端的模型選單挑選要用的模型。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2907792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90472" y="2852928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選好即刻生效，並會記住到下次開啟。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3630168"/>
            <a:ext cx="5120640" cy="178308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630168"/>
            <a:ext cx="68580" cy="178308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17" name="Text 15"/>
          <p:cNvSpPr/>
          <p:nvPr/>
        </p:nvSpPr>
        <p:spPr>
          <a:xfrm>
            <a:off x="1124712" y="3776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Qwen（預設）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4197096"/>
            <a:ext cx="46634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Qwen/Qwen3.6-35B-A3B-FP8-nothink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要簡報大綱時直接產出分頁內容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隨即出現 PPT 按鈕可一鍵轉檔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630168"/>
            <a:ext cx="5120640" cy="178308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630168"/>
            <a:ext cx="68580" cy="178308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3776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gemma-4-31B-it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19672" y="4197096"/>
            <a:ext cx="46634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傾向先回覆規劃方法與建議工具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（故事線、Mermaid、VBA 腳本）</a:t>
            </a:r>
            <a:endParaRPr lang="en-US" sz="14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不直接產出分頁，不會出現 PPT 按鈕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" y="5532120"/>
            <a:ext cx="10634472" cy="502920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553212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E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連線端點自動跟著模型切換；只能在公司核准清單內選擇，不需外網帳號或 API Key。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68680" y="6126480"/>
            <a:ext cx="10634472" cy="502920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612648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E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要一鍵轉出簡報請使用 Qwen（2026-07-24 實測；模型行為可能隨版本改變）。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46304" cy="589788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快速提問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一般問題，不必另開聊天視窗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2075688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0472" y="202082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點一下桌面貓咪。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2944368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90472" y="288950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在旁邊輸入問題後按 Enter。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3813048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90472" y="375818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短答案直接顯示成氣泡。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68680" y="5120640"/>
            <a:ext cx="10634472" cy="502920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12064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E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範例：今天的工作重點怎麼整理？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46304" cy="589788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長回答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需要細節時，展開成貓咪旁的卡片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1984248"/>
            <a:ext cx="10607040" cy="237744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84248"/>
            <a:ext cx="68580" cy="237744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13055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卡片可以做什麼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4712" y="2551176"/>
            <a:ext cx="101498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可複製答案</a:t>
            </a:r>
            <a:endParaRPr lang="en-US" sz="16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可繼續追問</a:t>
            </a:r>
            <a:endParaRPr lang="en-US" sz="16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完成後可收合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5394960"/>
            <a:ext cx="10634472" cy="502920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39496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E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範例：SQL Review、文件重點整理。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46304" cy="589788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切換到 LLM 交談介面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需要多輪對話或工具箱時，開啟完整介面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1847088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0472" y="179222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右鍵點選桌面貓咪。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505456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90472" y="2450592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選「交談（LLM 介面）…」。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163824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90472" y="310896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多輪對話，或切換 翻譯工具。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3977640"/>
            <a:ext cx="10607040" cy="182880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977640"/>
            <a:ext cx="68580" cy="182880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17" name="Text 15"/>
          <p:cNvSpPr/>
          <p:nvPr/>
        </p:nvSpPr>
        <p:spPr>
          <a:xfrm>
            <a:off x="1124712" y="412394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此介面也可使用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4544568"/>
            <a:ext cx="10149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側欄對話紀錄：回看或繼續之前的對話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Markdown／程式碼複製　　・　簡報匯出 PPTX　　・　輸入 / 叫出快速提示詞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6035040"/>
            <a:ext cx="10634472" cy="502920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603504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E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快速問題仍建議直接點貓咪，較不打斷工作流程。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46304" cy="589788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分析文件與文件問答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把文件交給貓咪，再依來源提問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1892808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0472" y="183794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右鍵點貓咪，選「文件助手…」。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624328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90472" y="256946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按「選擇文件」挑 PDF／Word／PowerPoint／Excel，等待本機索引完成。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355848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90472" y="330098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快速摘要（抽樣）最多取 12 個區塊；完整分析（不抽樣）逐頁讀完全文。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4087368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90472" y="403250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提問並查看答案下方的來源引用與涵蓋範圍。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5257800"/>
            <a:ext cx="10634472" cy="502920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25780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E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分析結果會自動保存；關閉程式後重新選取同一份文件，會帶回上次結果。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68680" y="5669280"/>
            <a:ext cx="10634472" cy="502920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566928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E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重複選取同一個檔案會沿用既有索引，不會重複解析。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68680" y="6080760"/>
            <a:ext cx="10634472" cy="502920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608076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2D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提醒：文件未提及時，系統會明確表示無法依文件確認。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46304" cy="589788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工具箱：翻譯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10515600" cy="228600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25880"/>
            <a:ext cx="68580" cy="228600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4721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翻譯工具（語意處理）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4712" y="1892808"/>
            <a:ext cx="100584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來源可自動偵測或指定</a:t>
            </a:r>
            <a:endParaRPr lang="en-US" sz="15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英／繁中／簡中，可用 ⇄ 互換</a:t>
            </a:r>
            <a:endParaRPr lang="en-US" sz="15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一般／技術／商務／中英對照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840480"/>
            <a:ext cx="10515600" cy="169164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840480"/>
            <a:ext cx="68580" cy="169164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11" name="Text 9"/>
          <p:cNvSpPr/>
          <p:nvPr/>
        </p:nvSpPr>
        <p:spPr>
          <a:xfrm>
            <a:off x="1124712" y="39867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翻譯會原樣保留的內容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4712" y="4407408"/>
            <a:ext cx="100584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5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程式碼、SQL、JSON Key、API path 與檔名不會被翻譯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46304" cy="589788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 Skin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可依個人偏好更換貓咪外觀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2029968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0472" y="197510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右鍵點選桌面貓咪。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68680" y="2852928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90472" y="279806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開啟「切換 Skin」子選單。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68680" y="3675888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90472" y="362102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 bluecat、cowcat 或 ragdollcat。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8680" y="5349240"/>
            <a:ext cx="10634472" cy="502920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34924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E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切換後立即生效，重新啟動後也會保留最後一次選擇。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46304" cy="589788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用量顯示（選用）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Claude／Codex 用量可個別開關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2075688"/>
            <a:ext cx="10607040" cy="210312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75688"/>
            <a:ext cx="68580" cy="210312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221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4712" y="2642616"/>
            <a:ext cx="101498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不影響聊天或文件問答</a:t>
            </a:r>
            <a:endParaRPr lang="en-US" sz="16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未安裝或未登入時顯示 No use，不會查詢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5394960"/>
            <a:ext cx="10634472" cy="502920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39496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E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此功能預設關閉，首次啟用需要在自己的電腦上同意。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46304" cy="589788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桌寵管理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維持桌面工作習慣，不必一直開著聊天視窗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1938528"/>
            <a:ext cx="10607040" cy="301752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38528"/>
            <a:ext cx="68580" cy="301752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08483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可以做的事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4712" y="2505456"/>
            <a:ext cx="1014984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左鍵拖曳貓咪或用量徽章，可移到適合的位置；位置會保留</a:t>
            </a:r>
            <a:endParaRPr lang="en-US" sz="16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系統匣可顯示／隱藏桌寵、快速提問、開啟文件助手與結束程式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46304" cy="589788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安全結束與常見提示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從系統匣安全關閉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1847088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0472" y="179222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在工作列右下角找到 ClaudeCat 圖示。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560320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90472" y="2505456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右鍵選「結束」。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273552"/>
            <a:ext cx="420624" cy="420624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90472" y="3218688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確認貓咪已從桌面消失。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4114800"/>
            <a:ext cx="10607040" cy="169164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114800"/>
            <a:ext cx="68580" cy="169164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17" name="Text 15"/>
          <p:cNvSpPr/>
          <p:nvPr/>
        </p:nvSpPr>
        <p:spPr>
          <a:xfrm>
            <a:off x="1124712" y="426110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常見提示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4681728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缺少模型／服務請聯絡 IT　　・　掃描型 PDF 需要 OCR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1E1F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文件無資料時，請改問文件確實出現的內容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4F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C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使用者 SOP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直接點貓咪提問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E86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文件助手會附來源　・　關閉請用系統匣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2026-07-28T05:02:13Z</dcterms:created>
  <dcterms:modified xsi:type="dcterms:W3CDTF">2026-07-28T05:02:13Z</dcterms:modified>
</cp:coreProperties>
</file>