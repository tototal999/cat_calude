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DE01776-F343-40CE-91D1-A9CC7C79493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6B26A2-FE75-4769-B831-6417CCED37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1186E4-49AD-46D1-8864-AF0F93AEFD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1DAAF1-E01F-431A-B5FB-24CF6FD14DD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33882E-3EEF-4CC8-8D61-19A0F66E3C5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59E2FC-B269-455F-A9C3-F6FBC635D9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586E2F-D73C-428D-A8BD-C1D8EFE0D5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2DDA58-075A-4F79-A5AC-62840CFAAD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172F28-960B-4673-B5A3-BE19E37D238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71B4F1-62CD-48E6-88E6-2E1EEBEC10D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8CBE1A-E451-4BCA-A5E7-16511BC42D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60AAD0-773D-439F-9A01-9DA565550E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C07ED1-47DB-4B1F-A833-97E9E211E1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ACD9C9-D9C0-4FCC-B825-8DE1E9781AE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ADE383-73AD-4C1D-83C4-935BE5E12D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8DFA02-6EC1-4330-B78F-52B31B4E43E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005840" y="1874520"/>
            <a:ext cx="776880" cy="12780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005840" y="21945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b7b8ce"/>
                </a:solidFill>
                <a:latin typeface="Microsoft JhengHei"/>
                <a:ea typeface="Microsoft JhengHei"/>
              </a:rPr>
              <a:t>使用者 </a:t>
            </a:r>
            <a:r>
              <a:rPr b="0" lang="en-US" sz="1600" spc="-1" strike="noStrike">
                <a:solidFill>
                  <a:srgbClr val="b7b8ce"/>
                </a:solidFill>
                <a:latin typeface="Microsoft JhengHei"/>
                <a:ea typeface="Microsoft JhengHei"/>
              </a:rPr>
              <a:t>SOP </a:t>
            </a:r>
            <a:r>
              <a:rPr b="0" lang="zh-CN" sz="1600" spc="-1" strike="noStrike">
                <a:solidFill>
                  <a:srgbClr val="b7b8ce"/>
                </a:solidFill>
                <a:latin typeface="Microsoft JhengHei"/>
                <a:ea typeface="Microsoft JhengHei"/>
              </a:rPr>
              <a:t>・ 投影版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005840" y="2743200"/>
            <a:ext cx="10515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6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ClaudeCat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6000"/>
              </a:lnSpc>
              <a:tabLst>
                <a:tab algn="l" pos="0"/>
              </a:tabLst>
            </a:pPr>
            <a:r>
              <a:rPr b="1" lang="zh-CN" sz="46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桌面上的公司 </a:t>
            </a:r>
            <a:r>
              <a:rPr b="1" lang="en-US" sz="46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AI </a:t>
            </a:r>
            <a:r>
              <a:rPr b="1" lang="zh-CN" sz="46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助手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1005840" y="461772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aaabcb"/>
                </a:solidFill>
                <a:latin typeface="Microsoft JhengHei"/>
                <a:ea typeface="Microsoft JhengHei"/>
              </a:rPr>
              <a:t>聊天 ・ 文件問答 ・ 翻譯 ・ 安全結束，三分鐘上手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1005840" y="52578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2026-07-21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ClaudeCat 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能做什麼（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／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868680" y="114300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多數同事無法直接上外網使用 </a:t>
            </a:r>
            <a:r>
              <a:rPr b="0" lang="en-US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LLM</a:t>
            </a:r>
            <a:r>
              <a:rPr b="0" lang="zh-CN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。</a:t>
            </a:r>
            <a:r>
              <a:rPr b="0" lang="en-US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ClaudeCat </a:t>
            </a:r>
            <a:r>
              <a:rPr b="0" lang="zh-CN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把公司已提供的內網 </a:t>
            </a:r>
            <a:r>
              <a:rPr b="0" lang="en-US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AI </a:t>
            </a:r>
            <a:r>
              <a:rPr b="0" lang="zh-CN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整合到桌面貓咪中，不必另開網頁、命令列或模型程式。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4"/>
          <p:cNvSpPr/>
          <p:nvPr/>
        </p:nvSpPr>
        <p:spPr>
          <a:xfrm>
            <a:off x="868680" y="1737360"/>
            <a:ext cx="5120280" cy="20570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868680" y="1737360"/>
            <a:ext cx="68400" cy="20570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1124640" y="188352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快速提問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1124640" y="2304360"/>
            <a:ext cx="466308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點一下貓咪，輸入問題按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Enter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整理工作重點、解釋錯誤訊息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短答留在氣泡，長答自動展開卡片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8"/>
          <p:cNvSpPr/>
          <p:nvPr/>
        </p:nvSpPr>
        <p:spPr>
          <a:xfrm>
            <a:off x="6263640" y="1737360"/>
            <a:ext cx="5120280" cy="20570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9"/>
          <p:cNvSpPr/>
          <p:nvPr/>
        </p:nvSpPr>
        <p:spPr>
          <a:xfrm>
            <a:off x="6263640" y="1737360"/>
            <a:ext cx="68400" cy="20570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0"/>
          <p:cNvSpPr/>
          <p:nvPr/>
        </p:nvSpPr>
        <p:spPr>
          <a:xfrm>
            <a:off x="6519600" y="188352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LLM </a:t>
            </a: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交談介面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11"/>
          <p:cNvSpPr/>
          <p:nvPr/>
        </p:nvSpPr>
        <p:spPr>
          <a:xfrm>
            <a:off x="6519600" y="2304360"/>
            <a:ext cx="466308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 →「交談（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LLM 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介面）…」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多輪對話、對話紀錄、匯出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Markdown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簡報大綱匯出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PPTX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12"/>
          <p:cNvSpPr/>
          <p:nvPr/>
        </p:nvSpPr>
        <p:spPr>
          <a:xfrm>
            <a:off x="868680" y="3977640"/>
            <a:ext cx="5120280" cy="20570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13"/>
          <p:cNvSpPr/>
          <p:nvPr/>
        </p:nvSpPr>
        <p:spPr>
          <a:xfrm>
            <a:off x="868680" y="3977640"/>
            <a:ext cx="68400" cy="20570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1124640" y="41238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分析文件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15"/>
          <p:cNvSpPr/>
          <p:nvPr/>
        </p:nvSpPr>
        <p:spPr>
          <a:xfrm>
            <a:off x="1124640" y="4544640"/>
            <a:ext cx="466308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 →「文件助手…」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PDF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Word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PowerPoint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Excel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摘要、流程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SOP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、表格整理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16"/>
          <p:cNvSpPr/>
          <p:nvPr/>
        </p:nvSpPr>
        <p:spPr>
          <a:xfrm>
            <a:off x="6263640" y="3977640"/>
            <a:ext cx="5120280" cy="20570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17"/>
          <p:cNvSpPr/>
          <p:nvPr/>
        </p:nvSpPr>
        <p:spPr>
          <a:xfrm>
            <a:off x="6263640" y="3977640"/>
            <a:ext cx="68400" cy="20570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6519600" y="41238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文件問答與來源引用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19"/>
          <p:cNvSpPr/>
          <p:nvPr/>
        </p:nvSpPr>
        <p:spPr>
          <a:xfrm>
            <a:off x="6519600" y="4544640"/>
            <a:ext cx="466308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回答只能使用找到的證據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附頁碼、段落、投影片或儲存格範圍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文件未提及時會明確說明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ClaudeCat 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能做什麼（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／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3"/>
          <p:cNvSpPr/>
          <p:nvPr/>
        </p:nvSpPr>
        <p:spPr>
          <a:xfrm>
            <a:off x="868680" y="1234440"/>
            <a:ext cx="5120280" cy="19656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868680" y="1234440"/>
            <a:ext cx="68400" cy="196560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5"/>
          <p:cNvSpPr/>
          <p:nvPr/>
        </p:nvSpPr>
        <p:spPr>
          <a:xfrm>
            <a:off x="1124640" y="13806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翻譯工具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1124640" y="1801440"/>
            <a:ext cx="4663080" cy="12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英／繁中／簡中，可自動偵測來源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保護程式碼、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SQL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API path 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與檔名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7"/>
          <p:cNvSpPr/>
          <p:nvPr/>
        </p:nvSpPr>
        <p:spPr>
          <a:xfrm>
            <a:off x="6263640" y="1234440"/>
            <a:ext cx="5120280" cy="19656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8"/>
          <p:cNvSpPr/>
          <p:nvPr/>
        </p:nvSpPr>
        <p:spPr>
          <a:xfrm>
            <a:off x="6263640" y="1234440"/>
            <a:ext cx="68400" cy="196560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9"/>
          <p:cNvSpPr/>
          <p:nvPr/>
        </p:nvSpPr>
        <p:spPr>
          <a:xfrm>
            <a:off x="6519600" y="13806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桌寵 ・ </a:t>
            </a:r>
            <a:r>
              <a:rPr b="1" lang="en-US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Skin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6519600" y="1801440"/>
            <a:ext cx="4663080" cy="12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拖曳移動、系統匣顯示／隱藏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三種外觀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1"/>
          <p:cNvSpPr/>
          <p:nvPr/>
        </p:nvSpPr>
        <p:spPr>
          <a:xfrm>
            <a:off x="868680" y="55778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2"/>
          <p:cNvSpPr/>
          <p:nvPr/>
        </p:nvSpPr>
        <p:spPr>
          <a:xfrm>
            <a:off x="1051560" y="55778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使用邊界：聊天與文件回答使用公司設定的內網 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LLM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。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Claude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Codex 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用量功能完全獨立、預設關閉。使用者不需外網帳號。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目前使用的模型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使用公司設定的內網模型，使用者不需選擇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868680" y="1847160"/>
            <a:ext cx="10606680" cy="223992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5"/>
          <p:cNvSpPr/>
          <p:nvPr/>
        </p:nvSpPr>
        <p:spPr>
          <a:xfrm>
            <a:off x="868680" y="1847160"/>
            <a:ext cx="68400" cy="22399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1124640" y="199332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使用者不必做的事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124640" y="2414160"/>
            <a:ext cx="10149480" cy="152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不需要外網帳號、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API Key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，也不需要自行挑選模型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聊天、文件問答與翻譯都使用公司統一的預設模型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模型以直接、快速產出回答為主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8"/>
          <p:cNvSpPr/>
          <p:nvPr/>
        </p:nvSpPr>
        <p:spPr>
          <a:xfrm>
            <a:off x="868680" y="4270320"/>
            <a:ext cx="10606680" cy="187416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868680" y="4270320"/>
            <a:ext cx="68400" cy="18741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1124640" y="441648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哪些功能不呼叫模型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1124640" y="4837320"/>
            <a:ext cx="10149480" cy="11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Claude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Codex 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用量僅是可選顯示，聊天不會呼叫 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Claude 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或 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Codex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12"/>
          <p:cNvSpPr/>
          <p:nvPr/>
        </p:nvSpPr>
        <p:spPr>
          <a:xfrm>
            <a:off x="868680" y="617220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1051560" y="617220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本簡報不列出內網網址、模型名稱、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API Key 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或其他連線憑證。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Agenda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868680" y="169164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868680" y="16916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90400" y="16369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快速提問與長回答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868680" y="25329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868680" y="25329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490400" y="24778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切換到 </a:t>
            </a:r>
            <a:r>
              <a:rPr b="0" lang="en-US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LLM </a:t>
            </a: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交談介面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9"/>
          <p:cNvSpPr/>
          <p:nvPr/>
        </p:nvSpPr>
        <p:spPr>
          <a:xfrm>
            <a:off x="868680" y="33742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10"/>
          <p:cNvSpPr/>
          <p:nvPr/>
        </p:nvSpPr>
        <p:spPr>
          <a:xfrm>
            <a:off x="868680" y="3374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1"/>
          <p:cNvSpPr/>
          <p:nvPr/>
        </p:nvSpPr>
        <p:spPr>
          <a:xfrm>
            <a:off x="1490400" y="33192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分析文件、文件問答與來源引用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2"/>
          <p:cNvSpPr/>
          <p:nvPr/>
        </p:nvSpPr>
        <p:spPr>
          <a:xfrm>
            <a:off x="868680" y="421524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868680" y="42152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1490400" y="41605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桌寵管理、</a:t>
            </a:r>
            <a:r>
              <a:rPr b="0" lang="en-US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Skin</a:t>
            </a: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與安全結束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快速提問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一般問題，不必另開聊天視窗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4"/>
          <p:cNvSpPr/>
          <p:nvPr/>
        </p:nvSpPr>
        <p:spPr>
          <a:xfrm>
            <a:off x="868680" y="20757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5"/>
          <p:cNvSpPr/>
          <p:nvPr/>
        </p:nvSpPr>
        <p:spPr>
          <a:xfrm>
            <a:off x="868680" y="20757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1490400" y="20206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點一下桌面貓咪。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7"/>
          <p:cNvSpPr/>
          <p:nvPr/>
        </p:nvSpPr>
        <p:spPr>
          <a:xfrm>
            <a:off x="868680" y="294444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8"/>
          <p:cNvSpPr/>
          <p:nvPr/>
        </p:nvSpPr>
        <p:spPr>
          <a:xfrm>
            <a:off x="868680" y="2944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9"/>
          <p:cNvSpPr/>
          <p:nvPr/>
        </p:nvSpPr>
        <p:spPr>
          <a:xfrm>
            <a:off x="1490400" y="288936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在旁邊輸入問題後按 </a:t>
            </a:r>
            <a:r>
              <a:rPr b="0" lang="en-US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Enter</a:t>
            </a:r>
            <a:r>
              <a:rPr b="0" lang="zh-CN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。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0"/>
          <p:cNvSpPr/>
          <p:nvPr/>
        </p:nvSpPr>
        <p:spPr>
          <a:xfrm>
            <a:off x="868680" y="381312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1"/>
          <p:cNvSpPr/>
          <p:nvPr/>
        </p:nvSpPr>
        <p:spPr>
          <a:xfrm>
            <a:off x="868680" y="38131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2"/>
          <p:cNvSpPr/>
          <p:nvPr/>
        </p:nvSpPr>
        <p:spPr>
          <a:xfrm>
            <a:off x="1490400" y="375804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短答案直接顯示成氣泡。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13"/>
          <p:cNvSpPr/>
          <p:nvPr/>
        </p:nvSpPr>
        <p:spPr>
          <a:xfrm>
            <a:off x="868680" y="51206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14"/>
          <p:cNvSpPr/>
          <p:nvPr/>
        </p:nvSpPr>
        <p:spPr>
          <a:xfrm>
            <a:off x="1051560" y="51206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範例：今天的工作重點怎麼整理？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長回答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需要細節時，展開成貓咪旁的卡片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"/>
          <p:cNvSpPr/>
          <p:nvPr/>
        </p:nvSpPr>
        <p:spPr>
          <a:xfrm>
            <a:off x="868680" y="1984320"/>
            <a:ext cx="10606680" cy="237708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5"/>
          <p:cNvSpPr/>
          <p:nvPr/>
        </p:nvSpPr>
        <p:spPr>
          <a:xfrm>
            <a:off x="868680" y="1984320"/>
            <a:ext cx="68400" cy="237708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1124640" y="213048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卡片可以做什麼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7"/>
          <p:cNvSpPr/>
          <p:nvPr/>
        </p:nvSpPr>
        <p:spPr>
          <a:xfrm>
            <a:off x="1124640" y="2551320"/>
            <a:ext cx="10149480" cy="166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可複製答案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可繼續追問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完成後可收合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8"/>
          <p:cNvSpPr/>
          <p:nvPr/>
        </p:nvSpPr>
        <p:spPr>
          <a:xfrm>
            <a:off x="868680" y="539496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1051560" y="539496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範例：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SQL Review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、文件重點整理。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切換到 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LLM 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交談介面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需要多輪對話或工具箱時，開啟完整介面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4"/>
          <p:cNvSpPr/>
          <p:nvPr/>
        </p:nvSpPr>
        <p:spPr>
          <a:xfrm>
            <a:off x="868680" y="18471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868680" y="18471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490400" y="17920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右鍵點選桌面貓咪。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7"/>
          <p:cNvSpPr/>
          <p:nvPr/>
        </p:nvSpPr>
        <p:spPr>
          <a:xfrm>
            <a:off x="868680" y="250560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868680" y="25056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9"/>
          <p:cNvSpPr/>
          <p:nvPr/>
        </p:nvSpPr>
        <p:spPr>
          <a:xfrm>
            <a:off x="1490400" y="24505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選「交談（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LLM 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介面）…」。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10"/>
          <p:cNvSpPr/>
          <p:nvPr/>
        </p:nvSpPr>
        <p:spPr>
          <a:xfrm>
            <a:off x="868680" y="31636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868680" y="31636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1490400" y="310896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多輪對話，或切換 翻譯工具。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13"/>
          <p:cNvSpPr/>
          <p:nvPr/>
        </p:nvSpPr>
        <p:spPr>
          <a:xfrm>
            <a:off x="868680" y="3977640"/>
            <a:ext cx="10606680" cy="18284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14"/>
          <p:cNvSpPr/>
          <p:nvPr/>
        </p:nvSpPr>
        <p:spPr>
          <a:xfrm>
            <a:off x="868680" y="3977640"/>
            <a:ext cx="68400" cy="18284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1124640" y="412380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此介面也可使用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1124640" y="4544640"/>
            <a:ext cx="10149480" cy="11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側欄對話紀錄：回看或繼續之前的對話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Markdown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／程式碼複製　　・　簡報匯出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PPTX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　　・　輸入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/ 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叫出快速提示詞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17"/>
          <p:cNvSpPr/>
          <p:nvPr/>
        </p:nvSpPr>
        <p:spPr>
          <a:xfrm>
            <a:off x="868680" y="60350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1051560" y="60350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快速問題仍建議直接點貓咪，較不打斷工作流程。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分析文件與文件問答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把文件交給貓咪，再依來源提問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868680" y="18928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868680" y="18928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1490400" y="18378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右鍵點貓咪，選「文件助手…」。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868680" y="267012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8"/>
          <p:cNvSpPr/>
          <p:nvPr/>
        </p:nvSpPr>
        <p:spPr>
          <a:xfrm>
            <a:off x="868680" y="26701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9"/>
          <p:cNvSpPr/>
          <p:nvPr/>
        </p:nvSpPr>
        <p:spPr>
          <a:xfrm>
            <a:off x="1490400" y="261504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選擇 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PDF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Word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PowerPoint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Excel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，等待本機索引完成。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868680" y="34473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11"/>
          <p:cNvSpPr/>
          <p:nvPr/>
        </p:nvSpPr>
        <p:spPr>
          <a:xfrm>
            <a:off x="868680" y="34473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2"/>
          <p:cNvSpPr/>
          <p:nvPr/>
        </p:nvSpPr>
        <p:spPr>
          <a:xfrm>
            <a:off x="1490400" y="33922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可執行摘要、流程 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SOP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、表格整理。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868680" y="422460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4"/>
          <p:cNvSpPr/>
          <p:nvPr/>
        </p:nvSpPr>
        <p:spPr>
          <a:xfrm>
            <a:off x="868680" y="42246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15"/>
          <p:cNvSpPr/>
          <p:nvPr/>
        </p:nvSpPr>
        <p:spPr>
          <a:xfrm>
            <a:off x="1490400" y="41695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提問並查看答案下方的來源引用。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868680" y="53492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7"/>
          <p:cNvSpPr/>
          <p:nvPr/>
        </p:nvSpPr>
        <p:spPr>
          <a:xfrm>
            <a:off x="1051560" y="53492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建議問題：誰需要批准？這份文件在說什麼？有哪些注意事項？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868680" y="598932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19"/>
          <p:cNvSpPr/>
          <p:nvPr/>
        </p:nvSpPr>
        <p:spPr>
          <a:xfrm>
            <a:off x="1051560" y="598932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d92d20"/>
                </a:solidFill>
                <a:latin typeface="Microsoft JhengHei"/>
                <a:ea typeface="Microsoft JhengHei"/>
              </a:rPr>
              <a:t>提醒：文件未提及時，系統會明確表示無法依文件確認。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工具箱：翻譯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3"/>
          <p:cNvSpPr/>
          <p:nvPr/>
        </p:nvSpPr>
        <p:spPr>
          <a:xfrm>
            <a:off x="868680" y="1325880"/>
            <a:ext cx="10515240" cy="22856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4"/>
          <p:cNvSpPr/>
          <p:nvPr/>
        </p:nvSpPr>
        <p:spPr>
          <a:xfrm>
            <a:off x="868680" y="1325880"/>
            <a:ext cx="68400" cy="22856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5"/>
          <p:cNvSpPr/>
          <p:nvPr/>
        </p:nvSpPr>
        <p:spPr>
          <a:xfrm>
            <a:off x="1124640" y="14720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翻譯工具（語意處理）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1124640" y="1892880"/>
            <a:ext cx="10058040" cy="157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來源可自動偵測或指定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英／繁中／簡中，可用 ⇄ 互換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一般／技術／商務／中英對照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7"/>
          <p:cNvSpPr/>
          <p:nvPr/>
        </p:nvSpPr>
        <p:spPr>
          <a:xfrm>
            <a:off x="868680" y="3840480"/>
            <a:ext cx="10515240" cy="169128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8"/>
          <p:cNvSpPr/>
          <p:nvPr/>
        </p:nvSpPr>
        <p:spPr>
          <a:xfrm>
            <a:off x="868680" y="3840480"/>
            <a:ext cx="68400" cy="169128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9"/>
          <p:cNvSpPr/>
          <p:nvPr/>
        </p:nvSpPr>
        <p:spPr>
          <a:xfrm>
            <a:off x="1124640" y="39866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翻譯會原樣保留的內容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0"/>
          <p:cNvSpPr/>
          <p:nvPr/>
        </p:nvSpPr>
        <p:spPr>
          <a:xfrm>
            <a:off x="1124640" y="4407480"/>
            <a:ext cx="10058040" cy="97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程式碼、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SQL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JSON Key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API path 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與檔名不會被翻譯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切換 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Skin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可依個人偏好更換貓咪外觀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4"/>
          <p:cNvSpPr/>
          <p:nvPr/>
        </p:nvSpPr>
        <p:spPr>
          <a:xfrm>
            <a:off x="868680" y="203004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868680" y="20300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6"/>
          <p:cNvSpPr/>
          <p:nvPr/>
        </p:nvSpPr>
        <p:spPr>
          <a:xfrm>
            <a:off x="1490400" y="197496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右鍵點選桌面貓咪。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7"/>
          <p:cNvSpPr/>
          <p:nvPr/>
        </p:nvSpPr>
        <p:spPr>
          <a:xfrm>
            <a:off x="868680" y="285300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8"/>
          <p:cNvSpPr/>
          <p:nvPr/>
        </p:nvSpPr>
        <p:spPr>
          <a:xfrm>
            <a:off x="868680" y="28530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9"/>
          <p:cNvSpPr/>
          <p:nvPr/>
        </p:nvSpPr>
        <p:spPr>
          <a:xfrm>
            <a:off x="1490400" y="27979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開啟「切換 </a:t>
            </a:r>
            <a:r>
              <a:rPr b="0" lang="en-US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Skin</a:t>
            </a: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」子選單。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10"/>
          <p:cNvSpPr/>
          <p:nvPr/>
        </p:nvSpPr>
        <p:spPr>
          <a:xfrm>
            <a:off x="868680" y="36759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1"/>
          <p:cNvSpPr/>
          <p:nvPr/>
        </p:nvSpPr>
        <p:spPr>
          <a:xfrm>
            <a:off x="868680" y="36759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2"/>
          <p:cNvSpPr/>
          <p:nvPr/>
        </p:nvSpPr>
        <p:spPr>
          <a:xfrm>
            <a:off x="1490400" y="36208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選擇 </a:t>
            </a:r>
            <a:r>
              <a:rPr b="0" lang="en-US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bluecat</a:t>
            </a: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cowcat </a:t>
            </a: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或 </a:t>
            </a:r>
            <a:r>
              <a:rPr b="0" lang="en-US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ragdollcat</a:t>
            </a: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。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13"/>
          <p:cNvSpPr/>
          <p:nvPr/>
        </p:nvSpPr>
        <p:spPr>
          <a:xfrm>
            <a:off x="868680" y="53492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4"/>
          <p:cNvSpPr/>
          <p:nvPr/>
        </p:nvSpPr>
        <p:spPr>
          <a:xfrm>
            <a:off x="1051560" y="53492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切換後立即生效，重新啟動後也會保留最後一次選擇。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用量顯示（選用）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Claude</a:t>
            </a: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／</a:t>
            </a:r>
            <a:r>
              <a:rPr b="1" lang="en-US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Codex </a:t>
            </a: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用量可個別開關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868680" y="2075760"/>
            <a:ext cx="10606680" cy="210276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5"/>
          <p:cNvSpPr/>
          <p:nvPr/>
        </p:nvSpPr>
        <p:spPr>
          <a:xfrm>
            <a:off x="868680" y="2075760"/>
            <a:ext cx="68400" cy="2102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6"/>
          <p:cNvSpPr/>
          <p:nvPr/>
        </p:nvSpPr>
        <p:spPr>
          <a:xfrm>
            <a:off x="1124640" y="222192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重點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7"/>
          <p:cNvSpPr/>
          <p:nvPr/>
        </p:nvSpPr>
        <p:spPr>
          <a:xfrm>
            <a:off x="1124640" y="2642760"/>
            <a:ext cx="10149480" cy="13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不影響聊天或文件問答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未安裝或未登入時顯示 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No use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，不會查詢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8"/>
          <p:cNvSpPr/>
          <p:nvPr/>
        </p:nvSpPr>
        <p:spPr>
          <a:xfrm>
            <a:off x="868680" y="539496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9"/>
          <p:cNvSpPr/>
          <p:nvPr/>
        </p:nvSpPr>
        <p:spPr>
          <a:xfrm>
            <a:off x="1051560" y="539496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此功能預設關閉，首次啟用需要在自己的電腦上同意。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桌寵管理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維持桌面工作習慣，不必一直開著聊天視窗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868680" y="1938600"/>
            <a:ext cx="10606680" cy="301716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5"/>
          <p:cNvSpPr/>
          <p:nvPr/>
        </p:nvSpPr>
        <p:spPr>
          <a:xfrm>
            <a:off x="868680" y="1938600"/>
            <a:ext cx="68400" cy="30171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1124640" y="208476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可以做的事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7"/>
          <p:cNvSpPr/>
          <p:nvPr/>
        </p:nvSpPr>
        <p:spPr>
          <a:xfrm>
            <a:off x="1124640" y="2505600"/>
            <a:ext cx="10149480" cy="23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左鍵拖曳貓咪或用量徽章，可移到適合的位置；位置會保留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系統匣可顯示／隱藏桌寵、快速提問、開啟文件助手與結束程式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安全結束與常見提示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從系統匣安全關閉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868680" y="18471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868680" y="18471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1490400" y="17920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在工作列右下角找到 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ClaudeCat 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圖示。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7"/>
          <p:cNvSpPr/>
          <p:nvPr/>
        </p:nvSpPr>
        <p:spPr>
          <a:xfrm>
            <a:off x="868680" y="256032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868680" y="25603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9"/>
          <p:cNvSpPr/>
          <p:nvPr/>
        </p:nvSpPr>
        <p:spPr>
          <a:xfrm>
            <a:off x="1490400" y="25056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右鍵選「結束」。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0"/>
          <p:cNvSpPr/>
          <p:nvPr/>
        </p:nvSpPr>
        <p:spPr>
          <a:xfrm>
            <a:off x="868680" y="32734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868680" y="32734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1490400" y="321876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確認貓咪已從桌面消失。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3"/>
          <p:cNvSpPr/>
          <p:nvPr/>
        </p:nvSpPr>
        <p:spPr>
          <a:xfrm>
            <a:off x="868680" y="4114800"/>
            <a:ext cx="10606680" cy="169128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4"/>
          <p:cNvSpPr/>
          <p:nvPr/>
        </p:nvSpPr>
        <p:spPr>
          <a:xfrm>
            <a:off x="868680" y="4114800"/>
            <a:ext cx="68400" cy="169128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15"/>
          <p:cNvSpPr/>
          <p:nvPr/>
        </p:nvSpPr>
        <p:spPr>
          <a:xfrm>
            <a:off x="1124640" y="426096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常見提示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6"/>
          <p:cNvSpPr/>
          <p:nvPr/>
        </p:nvSpPr>
        <p:spPr>
          <a:xfrm>
            <a:off x="1124640" y="4681800"/>
            <a:ext cx="10149480" cy="97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缺少模型／服務請聯絡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IT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　　・　掃描型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PDF 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需要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OCR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文件無資料時，請改問文件確實出現的內容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548640" y="20116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9a9cb5"/>
                </a:solidFill>
                <a:latin typeface="Microsoft JhengHei"/>
                <a:ea typeface="Microsoft JhengHei"/>
              </a:rPr>
              <a:t>ClaudeCat </a:t>
            </a:r>
            <a:r>
              <a:rPr b="0" lang="zh-CN" sz="1600" spc="-1" strike="noStrike">
                <a:solidFill>
                  <a:srgbClr val="9a9cb5"/>
                </a:solidFill>
                <a:latin typeface="Microsoft JhengHei"/>
                <a:ea typeface="Microsoft JhengHei"/>
              </a:rPr>
              <a:t>使用者 </a:t>
            </a:r>
            <a:r>
              <a:rPr b="0" lang="en-US" sz="1600" spc="-1" strike="noStrike">
                <a:solidFill>
                  <a:srgbClr val="9a9cb5"/>
                </a:solidFill>
                <a:latin typeface="Microsoft JhengHei"/>
                <a:ea typeface="Microsoft JhengHei"/>
              </a:rPr>
              <a:t>SOP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548640" y="2560320"/>
            <a:ext cx="11091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40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直接點貓咪提問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548640" y="3977640"/>
            <a:ext cx="1109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文件助手會附來源　・　關閉請用系統匣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2026-07-22T03:23:09Z</dcterms:created>
  <dc:creator>PptxGenJS</dc:creator>
  <dc:description/>
  <dc:language>en-US</dc:language>
  <cp:lastModifiedBy>PptxGenJS</cp:lastModifiedBy>
  <dcterms:modified xsi:type="dcterms:W3CDTF">2026-07-22T03:23:09Z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15</vt:r8>
  </property>
  <property fmtid="{D5CDD505-2E9C-101B-9397-08002B2CF9AE}" pid="3" name="PresentationFormat">
    <vt:lpwstr>On-screen Show (16:9)</vt:lpwstr>
  </property>
  <property fmtid="{D5CDD505-2E9C-101B-9397-08002B2CF9AE}" pid="4" name="Slides">
    <vt:r8>15</vt:r8>
  </property>
</Properties>
</file>